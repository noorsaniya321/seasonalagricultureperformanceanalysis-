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p:scale>
          <a:sx n="75" d="100"/>
          <a:sy n="75" d="100"/>
        </p:scale>
        <p:origin x="878" y="21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9/7/2026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9/7/2026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9/7/2026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957404" y="3518386"/>
            <a:ext cx="7010939" cy="646331"/>
          </a:xfrm>
        </p:spPr>
        <p:txBody>
          <a:bodyPr vert="horz" lIns="91440" tIns="45720" rIns="91440" bIns="45720" rtlCol="0" anchor="t">
            <a:normAutofit fontScale="85000" lnSpcReduction="20000"/>
          </a:bodyPr>
          <a:lstStyle/>
          <a:p>
            <a:r>
              <a:rPr lang="en-US" b="0" dirty="0">
                <a:solidFill>
                  <a:schemeClr val="tx1"/>
                </a:solidFill>
              </a:rPr>
              <a:t>Student Name: NOOR SANIYA</a:t>
            </a:r>
          </a:p>
          <a:p>
            <a:r>
              <a:rPr lang="en-US" b="0" dirty="0">
                <a:solidFill>
                  <a:schemeClr val="tx1"/>
                </a:solidFill>
              </a:rPr>
              <a:t>College name: TKR College of Engineering and Technology</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401216" y="2656888"/>
            <a:ext cx="10702213" cy="861497"/>
          </a:xfrm>
        </p:spPr>
        <p:txBody>
          <a:bodyPr>
            <a:normAutofit fontScale="90000"/>
          </a:bodyPr>
          <a:lstStyle/>
          <a:p>
            <a:r>
              <a:rPr lang="en-GB" sz="3200" dirty="0"/>
              <a:t>Project Title - </a:t>
            </a:r>
            <a:r>
              <a:rPr lang="en-IN" sz="3200" b="1" dirty="0"/>
              <a:t>Seasonal Agriculture Performance Analysis </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5" y="4576469"/>
            <a:ext cx="5138595" cy="369332"/>
          </a:xfrm>
          <a:prstGeom prst="rect">
            <a:avLst/>
          </a:prstGeom>
          <a:noFill/>
        </p:spPr>
        <p:txBody>
          <a:bodyPr wrap="square" rtlCol="0">
            <a:spAutoFit/>
          </a:bodyPr>
          <a:lstStyle/>
          <a:p>
            <a:r>
              <a:rPr lang="en-US" b="1" dirty="0"/>
              <a:t>AICTE STU ID : </a:t>
            </a:r>
            <a:r>
              <a:rPr lang="en-IN" dirty="0"/>
              <a:t>STU68938cda2efeb1754500314</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513185" y="1660849"/>
            <a:ext cx="6074228" cy="4357396"/>
          </a:xfrm>
        </p:spPr>
        <p:txBody>
          <a:bodyPr vert="horz" lIns="91440" tIns="45720" rIns="91440" bIns="45720" rtlCol="0" anchor="t">
            <a:normAutofit fontScale="70000" lnSpcReduction="20000"/>
          </a:bodyPr>
          <a:lstStyle/>
          <a:p>
            <a:pPr>
              <a:lnSpc>
                <a:spcPct val="100000"/>
              </a:lnSpc>
            </a:pPr>
            <a:r>
              <a:rPr lang="en-IN"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t>
            </a:r>
            <a:r>
              <a:rPr lang="en-IN" sz="2800" dirty="0" err="1"/>
              <a:t>analyze</a:t>
            </a:r>
            <a:r>
              <a:rPr lang="en-IN" sz="2800" dirty="0"/>
              <a:t> the given agricultural dataset and investigate seasonal differences in agricultural performance by identifying meaningful patterns, trends, relationships and variations within the available data.</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6DBCB108-BD4E-4991-8A4B-AFEA789521B3}"/>
              </a:ext>
            </a:extLst>
          </p:cNvPr>
          <p:cNvSpPr txBox="1"/>
          <p:nvPr/>
        </p:nvSpPr>
        <p:spPr>
          <a:xfrm>
            <a:off x="928090" y="1822733"/>
            <a:ext cx="5122507" cy="4401205"/>
          </a:xfrm>
          <a:prstGeom prst="rect">
            <a:avLst/>
          </a:prstGeom>
          <a:noFill/>
        </p:spPr>
        <p:txBody>
          <a:bodyPr wrap="square">
            <a:spAutoFit/>
          </a:bodyPr>
          <a:lstStyle/>
          <a:p>
            <a:pPr>
              <a:buNone/>
            </a:pPr>
            <a:r>
              <a:rPr lang="en-IN" sz="2000" b="1" dirty="0"/>
              <a:t>Seasonal Agriculture Performance Analysis</a:t>
            </a:r>
            <a:r>
              <a:rPr lang="en-IN" sz="2000" dirty="0"/>
              <a:t> is a data analytics project that studies agricultural performance across different crops and seasons. The project analyses factors such as crop yield, production, profitability, rainfall, irrigation, water efficiency, and disease/pest risk. Using data cleaning, statistical analysis, visualization, and correlation analysis, the project identifies patterns in crop performance and provides insights to support better crop selection, seasonal planning, irrigation, and resource management. </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60" y="1991361"/>
            <a:ext cx="5558142" cy="3644330"/>
          </a:xfrm>
        </p:spPr>
        <p:txBody>
          <a:bodyPr>
            <a:normAutofit fontScale="55000" lnSpcReduction="20000"/>
          </a:bodyPr>
          <a:lstStyle/>
          <a:p>
            <a:pPr lvl="0"/>
            <a:r>
              <a:rPr lang="en-IN" sz="3600" b="1" dirty="0"/>
              <a:t>Farmers</a:t>
            </a:r>
            <a:r>
              <a:rPr lang="en-IN" sz="3600" dirty="0"/>
              <a:t> – Support crop selection, seasonal planning, and irrigation decisions. </a:t>
            </a:r>
          </a:p>
          <a:p>
            <a:pPr lvl="0"/>
            <a:r>
              <a:rPr lang="en-IN" sz="3600" b="1" dirty="0"/>
              <a:t>Agricultural Departments</a:t>
            </a:r>
            <a:r>
              <a:rPr lang="en-IN" sz="3600" dirty="0"/>
              <a:t> – Analyse crop performance and seasonal agricultural trends. </a:t>
            </a:r>
          </a:p>
          <a:p>
            <a:pPr lvl="0"/>
            <a:r>
              <a:rPr lang="en-IN" sz="3600" b="1" dirty="0"/>
              <a:t>Agricultural Researchers</a:t>
            </a:r>
            <a:r>
              <a:rPr lang="en-IN" sz="3600" dirty="0"/>
              <a:t> – Study factors influencing crop yield and profitability. </a:t>
            </a:r>
          </a:p>
          <a:p>
            <a:pPr lvl="0"/>
            <a:r>
              <a:rPr lang="en-IN" sz="3600" b="1" dirty="0"/>
              <a:t>Agribusinesses</a:t>
            </a:r>
            <a:r>
              <a:rPr lang="en-IN" sz="3600" dirty="0"/>
              <a:t> – Identify profitable crops and support business planning. </a:t>
            </a:r>
          </a:p>
          <a:p>
            <a:pPr lvl="0"/>
            <a:r>
              <a:rPr lang="en-IN" sz="3600" b="1" dirty="0"/>
              <a:t>Resource Managers</a:t>
            </a:r>
            <a:r>
              <a:rPr lang="en-IN" sz="3600" dirty="0"/>
              <a:t> – Improve water and other resource management.</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2034072" y="1548882"/>
            <a:ext cx="7384247" cy="5127126"/>
          </a:xfrm>
        </p:spPr>
        <p:txBody>
          <a:bodyPr/>
          <a:lstStyle/>
          <a:p>
            <a:pPr lvl="0"/>
            <a:r>
              <a:rPr lang="en-IN" b="1" dirty="0"/>
              <a:t>Python</a:t>
            </a:r>
            <a:r>
              <a:rPr lang="en-IN" dirty="0"/>
              <a:t> </a:t>
            </a:r>
          </a:p>
          <a:p>
            <a:pPr lvl="0"/>
            <a:r>
              <a:rPr lang="en-IN" b="1" dirty="0"/>
              <a:t>Pandas</a:t>
            </a:r>
            <a:r>
              <a:rPr lang="en-IN" dirty="0"/>
              <a:t> </a:t>
            </a:r>
          </a:p>
          <a:p>
            <a:pPr lvl="0"/>
            <a:r>
              <a:rPr lang="en-IN" b="1" dirty="0"/>
              <a:t>NumPy</a:t>
            </a:r>
            <a:r>
              <a:rPr lang="en-IN" dirty="0"/>
              <a:t> </a:t>
            </a:r>
          </a:p>
          <a:p>
            <a:pPr lvl="0"/>
            <a:r>
              <a:rPr lang="en-IN" b="1" dirty="0"/>
              <a:t>Matplotlib</a:t>
            </a:r>
            <a:r>
              <a:rPr lang="en-IN" dirty="0"/>
              <a:t> </a:t>
            </a:r>
          </a:p>
          <a:p>
            <a:pPr lvl="0"/>
            <a:r>
              <a:rPr lang="en-IN" b="1" dirty="0"/>
              <a:t>Seaborn</a:t>
            </a:r>
            <a:r>
              <a:rPr lang="en-IN" dirty="0"/>
              <a:t> </a:t>
            </a:r>
          </a:p>
          <a:p>
            <a:pPr lvl="0"/>
            <a:r>
              <a:rPr lang="en-IN" b="1" dirty="0"/>
              <a:t>Google </a:t>
            </a:r>
            <a:r>
              <a:rPr lang="en-IN" b="1" dirty="0" err="1"/>
              <a:t>Colab</a:t>
            </a:r>
            <a:r>
              <a:rPr lang="en-IN" dirty="0"/>
              <a:t> </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247991C4-750C-CBAC-1E53-27FDA0FB18E3}"/>
              </a:ext>
            </a:extLst>
          </p:cNvPr>
          <p:cNvPicPr>
            <a:picLocks noChangeAspect="1"/>
          </p:cNvPicPr>
          <p:nvPr/>
        </p:nvPicPr>
        <p:blipFill>
          <a:blip r:embed="rId3"/>
          <a:stretch>
            <a:fillRect/>
          </a:stretch>
        </p:blipFill>
        <p:spPr>
          <a:xfrm>
            <a:off x="326694" y="1201586"/>
            <a:ext cx="7913066" cy="3893202"/>
          </a:xfrm>
          <a:prstGeom prst="rect">
            <a:avLst/>
          </a:prstGeom>
        </p:spPr>
      </p:pic>
      <p:sp>
        <p:nvSpPr>
          <p:cNvPr id="9" name="TextBox 8">
            <a:extLst>
              <a:ext uri="{FF2B5EF4-FFF2-40B4-BE49-F238E27FC236}">
                <a16:creationId xmlns:a16="http://schemas.microsoft.com/office/drawing/2014/main" id="{2224BDD5-9374-A1AE-B2C0-02B617A00C7B}"/>
              </a:ext>
            </a:extLst>
          </p:cNvPr>
          <p:cNvSpPr txBox="1"/>
          <p:nvPr/>
        </p:nvSpPr>
        <p:spPr>
          <a:xfrm>
            <a:off x="762000" y="5094788"/>
            <a:ext cx="8389620" cy="923330"/>
          </a:xfrm>
          <a:prstGeom prst="rect">
            <a:avLst/>
          </a:prstGeom>
          <a:noFill/>
        </p:spPr>
        <p:txBody>
          <a:bodyPr wrap="square">
            <a:spAutoFit/>
          </a:bodyPr>
          <a:lstStyle/>
          <a:p>
            <a:r>
              <a:rPr lang="en-IN" dirty="0"/>
              <a:t>The heatmap shows the relationships between the major agricultural variables. Strong positive relationships can be observed between yield and water efficiency, production and yield, and revenue and profit.</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CBA8E2F0-1438-6493-2F8E-32A4A6E9BAA5}"/>
              </a:ext>
            </a:extLst>
          </p:cNvPr>
          <p:cNvPicPr>
            <a:picLocks noChangeAspect="1"/>
          </p:cNvPicPr>
          <p:nvPr/>
        </p:nvPicPr>
        <p:blipFill>
          <a:blip r:embed="rId3"/>
          <a:stretch>
            <a:fillRect/>
          </a:stretch>
        </p:blipFill>
        <p:spPr>
          <a:xfrm>
            <a:off x="482610" y="1201586"/>
            <a:ext cx="7045018" cy="3584815"/>
          </a:xfrm>
          <a:prstGeom prst="rect">
            <a:avLst/>
          </a:prstGeom>
        </p:spPr>
      </p:pic>
      <p:sp>
        <p:nvSpPr>
          <p:cNvPr id="6" name="TextBox 5">
            <a:extLst>
              <a:ext uri="{FF2B5EF4-FFF2-40B4-BE49-F238E27FC236}">
                <a16:creationId xmlns:a16="http://schemas.microsoft.com/office/drawing/2014/main" id="{39C782B1-A06B-8CF1-E645-16F60DE55652}"/>
              </a:ext>
            </a:extLst>
          </p:cNvPr>
          <p:cNvSpPr txBox="1"/>
          <p:nvPr/>
        </p:nvSpPr>
        <p:spPr>
          <a:xfrm>
            <a:off x="1219200" y="5016508"/>
            <a:ext cx="6868160" cy="923330"/>
          </a:xfrm>
          <a:prstGeom prst="rect">
            <a:avLst/>
          </a:prstGeom>
          <a:noFill/>
        </p:spPr>
        <p:txBody>
          <a:bodyPr wrap="square" rtlCol="0">
            <a:spAutoFit/>
          </a:bodyPr>
          <a:lstStyle/>
          <a:p>
            <a:r>
              <a:rPr lang="en-IN" dirty="0"/>
              <a:t>This heatmap compares the average yield of different crops across Kharif, Rabi, and Zaid seasons. It highlights the crop-season combinations with higher and lower productivity.</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C07E6452-60DD-66F0-53D6-11EAB365E7F8}"/>
              </a:ext>
            </a:extLst>
          </p:cNvPr>
          <p:cNvPicPr>
            <a:picLocks noChangeAspect="1"/>
          </p:cNvPicPr>
          <p:nvPr/>
        </p:nvPicPr>
        <p:blipFill>
          <a:blip r:embed="rId3"/>
          <a:stretch>
            <a:fillRect/>
          </a:stretch>
        </p:blipFill>
        <p:spPr>
          <a:xfrm>
            <a:off x="465481" y="1102061"/>
            <a:ext cx="7327239" cy="3643590"/>
          </a:xfrm>
          <a:prstGeom prst="rect">
            <a:avLst/>
          </a:prstGeom>
        </p:spPr>
      </p:pic>
      <p:sp>
        <p:nvSpPr>
          <p:cNvPr id="6" name="TextBox 5">
            <a:extLst>
              <a:ext uri="{FF2B5EF4-FFF2-40B4-BE49-F238E27FC236}">
                <a16:creationId xmlns:a16="http://schemas.microsoft.com/office/drawing/2014/main" id="{CC40FB16-7080-E14C-9EBA-66150CB16275}"/>
              </a:ext>
            </a:extLst>
          </p:cNvPr>
          <p:cNvSpPr txBox="1"/>
          <p:nvPr/>
        </p:nvSpPr>
        <p:spPr>
          <a:xfrm>
            <a:off x="675956" y="4819436"/>
            <a:ext cx="7872117" cy="923330"/>
          </a:xfrm>
          <a:prstGeom prst="rect">
            <a:avLst/>
          </a:prstGeom>
          <a:noFill/>
        </p:spPr>
        <p:txBody>
          <a:bodyPr wrap="square" rtlCol="0">
            <a:spAutoFit/>
          </a:bodyPr>
          <a:lstStyle/>
          <a:p>
            <a:r>
              <a:rPr lang="en-IN" dirty="0"/>
              <a:t>The chart compares crop yield across different agricultural seasons. Kharif has the highest average yield at </a:t>
            </a:r>
            <a:r>
              <a:rPr lang="en-IN" b="1" dirty="0"/>
              <a:t>5.63 tonnes/ha</a:t>
            </a:r>
            <a:r>
              <a:rPr lang="en-IN" dirty="0"/>
              <a:t>, followed by Rabi and Zaid.</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182A59A3-770C-B1B7-FAD7-DBEADAEACBCF}"/>
              </a:ext>
            </a:extLst>
          </p:cNvPr>
          <p:cNvPicPr>
            <a:picLocks noChangeAspect="1"/>
          </p:cNvPicPr>
          <p:nvPr/>
        </p:nvPicPr>
        <p:blipFill>
          <a:blip r:embed="rId3"/>
          <a:stretch>
            <a:fillRect/>
          </a:stretch>
        </p:blipFill>
        <p:spPr>
          <a:xfrm>
            <a:off x="320982" y="1102060"/>
            <a:ext cx="8142298" cy="4034101"/>
          </a:xfrm>
          <a:prstGeom prst="rect">
            <a:avLst/>
          </a:prstGeom>
        </p:spPr>
      </p:pic>
      <p:sp>
        <p:nvSpPr>
          <p:cNvPr id="6" name="TextBox 5">
            <a:extLst>
              <a:ext uri="{FF2B5EF4-FFF2-40B4-BE49-F238E27FC236}">
                <a16:creationId xmlns:a16="http://schemas.microsoft.com/office/drawing/2014/main" id="{125D96F7-80F3-3D54-F6BF-884F94D46251}"/>
              </a:ext>
            </a:extLst>
          </p:cNvPr>
          <p:cNvSpPr txBox="1"/>
          <p:nvPr/>
        </p:nvSpPr>
        <p:spPr>
          <a:xfrm>
            <a:off x="985520" y="5136160"/>
            <a:ext cx="6703735" cy="923329"/>
          </a:xfrm>
          <a:prstGeom prst="rect">
            <a:avLst/>
          </a:prstGeom>
          <a:noFill/>
        </p:spPr>
        <p:txBody>
          <a:bodyPr wrap="square" rtlCol="0">
            <a:spAutoFit/>
          </a:bodyPr>
          <a:lstStyle/>
          <a:p>
            <a:r>
              <a:rPr lang="en-IN" dirty="0"/>
              <a:t>This chart compares the average profit generated by different crops. Sugarcane and Chilli show relatively higher profitability compared with the other crops.</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F87F6B72-142F-C63E-9A11-3C43ACB10DB7}"/>
              </a:ext>
            </a:extLst>
          </p:cNvPr>
          <p:cNvPicPr>
            <a:picLocks noChangeAspect="1"/>
          </p:cNvPicPr>
          <p:nvPr/>
        </p:nvPicPr>
        <p:blipFill>
          <a:blip r:embed="rId3"/>
          <a:stretch>
            <a:fillRect/>
          </a:stretch>
        </p:blipFill>
        <p:spPr>
          <a:xfrm>
            <a:off x="281178" y="1111205"/>
            <a:ext cx="7003542" cy="3852342"/>
          </a:xfrm>
          <a:prstGeom prst="rect">
            <a:avLst/>
          </a:prstGeom>
        </p:spPr>
      </p:pic>
      <p:sp>
        <p:nvSpPr>
          <p:cNvPr id="6" name="TextBox 5">
            <a:extLst>
              <a:ext uri="{FF2B5EF4-FFF2-40B4-BE49-F238E27FC236}">
                <a16:creationId xmlns:a16="http://schemas.microsoft.com/office/drawing/2014/main" id="{F46F2FD7-4649-088D-B855-2084EB235DCC}"/>
              </a:ext>
            </a:extLst>
          </p:cNvPr>
          <p:cNvSpPr txBox="1"/>
          <p:nvPr/>
        </p:nvSpPr>
        <p:spPr>
          <a:xfrm>
            <a:off x="675956" y="5119869"/>
            <a:ext cx="7086283" cy="923330"/>
          </a:xfrm>
          <a:prstGeom prst="rect">
            <a:avLst/>
          </a:prstGeom>
          <a:noFill/>
        </p:spPr>
        <p:txBody>
          <a:bodyPr wrap="square" rtlCol="0">
            <a:spAutoFit/>
          </a:bodyPr>
          <a:lstStyle/>
          <a:p>
            <a:r>
              <a:rPr lang="en-IN" dirty="0"/>
              <a:t>This chart compares the average crop yield across different irrigation methods. It helps identify which irrigation practices are associated with better crop productivity.</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9B48979B-3554-884E-D3B1-DA12E445D613}"/>
              </a:ext>
            </a:extLst>
          </p:cNvPr>
          <p:cNvSpPr txBox="1"/>
          <p:nvPr/>
        </p:nvSpPr>
        <p:spPr>
          <a:xfrm>
            <a:off x="579120" y="1483361"/>
            <a:ext cx="5516880" cy="4370427"/>
          </a:xfrm>
          <a:prstGeom prst="rect">
            <a:avLst/>
          </a:prstGeom>
          <a:noFill/>
        </p:spPr>
        <p:txBody>
          <a:bodyPr wrap="square" rtlCol="0">
            <a:spAutoFit/>
          </a:bodyPr>
          <a:lstStyle/>
          <a:p>
            <a:pPr lvl="0"/>
            <a:r>
              <a:rPr lang="en-IN" sz="2000" b="1" dirty="0"/>
              <a:t>Predictive Analysis</a:t>
            </a:r>
            <a:r>
              <a:rPr lang="en-IN" sz="2000" dirty="0"/>
              <a:t> – Develop machine learning models to predict crop yield and profitability. </a:t>
            </a:r>
          </a:p>
          <a:p>
            <a:pPr lvl="0"/>
            <a:r>
              <a:rPr lang="en-IN" sz="2000" b="1" dirty="0"/>
              <a:t>Real-Time Data Integration</a:t>
            </a:r>
            <a:r>
              <a:rPr lang="en-IN" sz="2000" dirty="0"/>
              <a:t> – Incorporate live weather, rainfall, soil, and market-price data. </a:t>
            </a:r>
          </a:p>
          <a:p>
            <a:pPr lvl="0"/>
            <a:r>
              <a:rPr lang="en-IN" sz="2000" b="1" dirty="0"/>
              <a:t>Smart Recommendations</a:t>
            </a:r>
            <a:r>
              <a:rPr lang="en-IN" sz="2000" dirty="0"/>
              <a:t> – Develop systems that recommend suitable crops, seasons, and irrigation methods. </a:t>
            </a:r>
          </a:p>
          <a:p>
            <a:pPr lvl="0"/>
            <a:r>
              <a:rPr lang="en-IN" sz="2000" b="1" dirty="0"/>
              <a:t>Interactive Dashboard</a:t>
            </a:r>
            <a:r>
              <a:rPr lang="en-IN" sz="2000" dirty="0"/>
              <a:t> – Build a user-friendly dashboard for monitoring agricultural performance. </a:t>
            </a:r>
          </a:p>
          <a:p>
            <a:pPr lvl="0"/>
            <a:r>
              <a:rPr lang="en-IN" sz="2000" b="1" dirty="0"/>
              <a:t>Advanced Risk Analysis</a:t>
            </a:r>
            <a:r>
              <a:rPr lang="en-IN" sz="2000" dirty="0"/>
              <a:t> – Improve prediction and management of disease and pest risks.</a:t>
            </a:r>
          </a:p>
          <a:p>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7" y="1440320"/>
            <a:ext cx="3995144" cy="923330"/>
          </a:xfrm>
          <a:prstGeom prst="rect">
            <a:avLst/>
          </a:prstGeom>
          <a:noFill/>
        </p:spPr>
        <p:txBody>
          <a:bodyPr wrap="square">
            <a:spAutoFit/>
          </a:bodyPr>
          <a:lstStyle/>
          <a:p>
            <a:r>
              <a:rPr lang="en-US" dirty="0"/>
              <a:t>https://github.com/NoorSaniya321/SeasonalAgriculturePerformanceAnalysis-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36E7B10C-BF6C-9D0A-71C3-7FA5E325D539}"/>
              </a:ext>
            </a:extLst>
          </p:cNvPr>
          <p:cNvPicPr>
            <a:picLocks noChangeAspect="1"/>
          </p:cNvPicPr>
          <p:nvPr/>
        </p:nvPicPr>
        <p:blipFill>
          <a:blip r:embed="rId3"/>
          <a:stretch>
            <a:fillRect/>
          </a:stretch>
        </p:blipFill>
        <p:spPr>
          <a:xfrm>
            <a:off x="1209040" y="1705508"/>
            <a:ext cx="6734930" cy="4766412"/>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623316" y="828808"/>
            <a:ext cx="7789163" cy="1309444"/>
          </a:xfrm>
          <a:prstGeom prst="rect">
            <a:avLst/>
          </a:prstGeom>
        </p:spPr>
        <p:txBody>
          <a:bodyPr anchor="ctr">
            <a:normAutofit/>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3027681" y="2367280"/>
            <a:ext cx="4074160" cy="1889760"/>
          </a:xfrm>
        </p:spPr>
        <p:txBody>
          <a:bodyPr>
            <a:normAutofit fontScale="85000" lnSpcReduction="10000"/>
          </a:bodyPr>
          <a:lstStyle/>
          <a:p>
            <a:r>
              <a:rPr lang="en-IN" dirty="0"/>
              <a:t>Thank you to VOIS and EDUNET for providing me with this valuable internship opportunity and hands-on learning experience.</a:t>
            </a:r>
            <a:br>
              <a:rPr lang="en-IN" dirty="0"/>
            </a:br>
            <a:r>
              <a:rPr lang="en-IN" dirty="0"/>
              <a:t>This internship helped me strengthen my skills in data analytics and real-world problem solving.</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1407</TotalTime>
  <Words>585</Words>
  <Application>Microsoft Office PowerPoint</Application>
  <PresentationFormat>Widescreen</PresentationFormat>
  <Paragraphs>49</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 </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noor saniya</cp:lastModifiedBy>
  <cp:revision>100</cp:revision>
  <dcterms:created xsi:type="dcterms:W3CDTF">2021-07-11T13:13:15Z</dcterms:created>
  <dcterms:modified xsi:type="dcterms:W3CDTF">2026-09-06T20:36:10Z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